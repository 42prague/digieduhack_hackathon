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x="18288000" cy="10287000"/>
  <p:notesSz cx="6858000" cy="9144000"/>
  <p:embeddedFontLst>
    <p:embeddedFont>
      <p:font typeface="Archivo Black" charset="1" panose="020B0A03020202020B04"/>
      <p:regular r:id="rId13"/>
    </p:embeddedFont>
    <p:embeddedFont>
      <p:font typeface="Garet Bold" charset="1" panose="00000000000000000000"/>
      <p:regular r:id="rId14"/>
    </p:embeddedFont>
    <p:embeddedFont>
      <p:font typeface="Garet Light" charset="1" panose="00000000000000000000"/>
      <p:regular r:id="rId15"/>
    </p:embeddedFont>
    <p:embeddedFont>
      <p:font typeface="Garet" charset="1" panose="00000000000000000000"/>
      <p:regular r:id="rId1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fonts/font13.fntdata" Type="http://schemas.openxmlformats.org/officeDocument/2006/relationships/font"/><Relationship Id="rId14" Target="fonts/font14.fntdata" Type="http://schemas.openxmlformats.org/officeDocument/2006/relationships/font"/><Relationship Id="rId15" Target="fonts/font15.fntdata" Type="http://schemas.openxmlformats.org/officeDocument/2006/relationships/font"/><Relationship Id="rId16" Target="fonts/font16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6.png" Type="http://schemas.openxmlformats.org/officeDocument/2006/relationships/image"/><Relationship Id="rId4" Target="../media/image7.svg" Type="http://schemas.openxmlformats.org/officeDocument/2006/relationships/image"/><Relationship Id="rId5" Target="../media/image8.png" Type="http://schemas.openxmlformats.org/officeDocument/2006/relationships/image"/><Relationship Id="rId6" Target="../media/image9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10.png" Type="http://schemas.openxmlformats.org/officeDocument/2006/relationships/image"/><Relationship Id="rId4" Target="../media/image11.svg" Type="http://schemas.openxmlformats.org/officeDocument/2006/relationships/image"/><Relationship Id="rId5" Target="../media/image12.png" Type="http://schemas.openxmlformats.org/officeDocument/2006/relationships/image"/><Relationship Id="rId6" Target="../media/image13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14.png" Type="http://schemas.openxmlformats.org/officeDocument/2006/relationships/image"/><Relationship Id="rId4" Target="../media/image15.svg" Type="http://schemas.openxmlformats.org/officeDocument/2006/relationships/image"/><Relationship Id="rId5" Target="../media/image16.png" Type="http://schemas.openxmlformats.org/officeDocument/2006/relationships/image"/><Relationship Id="rId6" Target="../media/image17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12.png" Type="http://schemas.openxmlformats.org/officeDocument/2006/relationships/image"/><Relationship Id="rId4" Target="../media/image13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18.png" Type="http://schemas.openxmlformats.org/officeDocument/2006/relationships/image"/><Relationship Id="rId4" Target="../media/image19.svg" Type="http://schemas.openxmlformats.org/officeDocument/2006/relationships/image"/><Relationship Id="rId5" Target="../media/image20.png" Type="http://schemas.openxmlformats.org/officeDocument/2006/relationships/image"/><Relationship Id="rId6" Target="../media/image21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364" r="0" b="-3364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5379298" y="8311463"/>
            <a:ext cx="1880002" cy="946837"/>
          </a:xfrm>
          <a:custGeom>
            <a:avLst/>
            <a:gdLst/>
            <a:ahLst/>
            <a:cxnLst/>
            <a:rect r="r" b="b" t="t" l="l"/>
            <a:pathLst>
              <a:path h="946837" w="1880002">
                <a:moveTo>
                  <a:pt x="0" y="0"/>
                </a:moveTo>
                <a:lnTo>
                  <a:pt x="1880002" y="0"/>
                </a:lnTo>
                <a:lnTo>
                  <a:pt x="1880002" y="946837"/>
                </a:lnTo>
                <a:lnTo>
                  <a:pt x="0" y="94683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028700" y="1028700"/>
            <a:ext cx="797433" cy="707541"/>
          </a:xfrm>
          <a:custGeom>
            <a:avLst/>
            <a:gdLst/>
            <a:ahLst/>
            <a:cxnLst/>
            <a:rect r="r" b="b" t="t" l="l"/>
            <a:pathLst>
              <a:path h="707541" w="797433">
                <a:moveTo>
                  <a:pt x="0" y="0"/>
                </a:moveTo>
                <a:lnTo>
                  <a:pt x="797433" y="0"/>
                </a:lnTo>
                <a:lnTo>
                  <a:pt x="797433" y="707541"/>
                </a:lnTo>
                <a:lnTo>
                  <a:pt x="0" y="707541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7885470" y="6394076"/>
            <a:ext cx="9373830" cy="3709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2748"/>
              </a:lnSpc>
              <a:spcBef>
                <a:spcPct val="0"/>
              </a:spcBef>
            </a:pPr>
            <a:r>
              <a:rPr lang="en-US" sz="2748" spc="-217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Powered by DigiEduHack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28700" y="8677224"/>
            <a:ext cx="3366096" cy="2368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079"/>
              </a:lnSpc>
              <a:spcBef>
                <a:spcPct val="0"/>
              </a:spcBef>
            </a:pPr>
            <a:r>
              <a:rPr lang="en-US" b="true" sz="1599">
                <a:solidFill>
                  <a:srgbClr val="2B2B2B"/>
                </a:solidFill>
                <a:latin typeface="Garet Bold"/>
                <a:ea typeface="Garet Bold"/>
                <a:cs typeface="Garet Bold"/>
                <a:sym typeface="Garet Bold"/>
              </a:rPr>
              <a:t>VATSAL BALI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28700" y="9139872"/>
            <a:ext cx="3366096" cy="2368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079"/>
              </a:lnSpc>
              <a:spcBef>
                <a:spcPct val="0"/>
              </a:spcBef>
            </a:pPr>
            <a:r>
              <a:rPr lang="en-US" b="true" sz="1599">
                <a:solidFill>
                  <a:srgbClr val="2B2B2B"/>
                </a:solidFill>
                <a:latin typeface="Garet Bold"/>
                <a:ea typeface="Garet Bold"/>
                <a:cs typeface="Garet Bold"/>
                <a:sym typeface="Garet Bold"/>
              </a:rPr>
              <a:t>OLZHAS TURETAYEV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4519374" y="8677224"/>
            <a:ext cx="3366096" cy="2368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079"/>
              </a:lnSpc>
              <a:spcBef>
                <a:spcPct val="0"/>
              </a:spcBef>
            </a:pPr>
            <a:r>
              <a:rPr lang="en-US" b="true" sz="1599">
                <a:solidFill>
                  <a:srgbClr val="2B2B2B"/>
                </a:solidFill>
                <a:latin typeface="Garet Bold"/>
                <a:ea typeface="Garet Bold"/>
                <a:cs typeface="Garet Bold"/>
                <a:sym typeface="Garet Bold"/>
              </a:rPr>
              <a:t>ADRIAN CARBALLO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968701" y="971550"/>
            <a:ext cx="6199891" cy="8935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15"/>
              </a:lnSpc>
            </a:pPr>
            <a:r>
              <a:rPr lang="en-US" sz="2582">
                <a:solidFill>
                  <a:srgbClr val="545454"/>
                </a:solidFill>
                <a:latin typeface="Garet Light"/>
                <a:ea typeface="Garet Light"/>
                <a:cs typeface="Garet Light"/>
                <a:sym typeface="Garet Light"/>
              </a:rPr>
              <a:t>42 Prague</a:t>
            </a:r>
          </a:p>
          <a:p>
            <a:pPr algn="l">
              <a:lnSpc>
                <a:spcPts val="3615"/>
              </a:lnSpc>
            </a:pPr>
            <a:r>
              <a:rPr lang="en-US" sz="2582">
                <a:solidFill>
                  <a:srgbClr val="545454"/>
                </a:solidFill>
                <a:latin typeface="Garet Light"/>
                <a:ea typeface="Garet Light"/>
                <a:cs typeface="Garet Light"/>
                <a:sym typeface="Garet Light"/>
              </a:rPr>
              <a:t> 14/11/2025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6485854" y="3950633"/>
            <a:ext cx="10773446" cy="23046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8490"/>
              </a:lnSpc>
            </a:pPr>
            <a:r>
              <a:rPr lang="en-US" sz="10885" spc="-859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EDUZMENA</a:t>
            </a:r>
          </a:p>
          <a:p>
            <a:pPr algn="r" marL="0" indent="0" lvl="0">
              <a:lnSpc>
                <a:spcPts val="8490"/>
              </a:lnSpc>
              <a:spcBef>
                <a:spcPct val="0"/>
              </a:spcBef>
            </a:pPr>
            <a:r>
              <a:rPr lang="en-US" sz="10885" spc="-859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HACKATHON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4519374" y="9139872"/>
            <a:ext cx="3366096" cy="2368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079"/>
              </a:lnSpc>
              <a:spcBef>
                <a:spcPct val="0"/>
              </a:spcBef>
            </a:pPr>
            <a:r>
              <a:rPr lang="en-US" b="true" sz="1599">
                <a:solidFill>
                  <a:srgbClr val="2B2B2B"/>
                </a:solidFill>
                <a:latin typeface="Garet Bold"/>
                <a:ea typeface="Garet Bold"/>
                <a:cs typeface="Garet Bold"/>
                <a:sym typeface="Garet Bold"/>
              </a:rPr>
              <a:t>SEYIT PELIT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364" r="0" b="-3364"/>
            </a:stretch>
          </a:blipFill>
        </p:spPr>
      </p:sp>
      <p:graphicFrame>
        <p:nvGraphicFramePr>
          <p:cNvPr name="Table 3" id="3"/>
          <p:cNvGraphicFramePr>
            <a:graphicFrameLocks noGrp="true"/>
          </p:cNvGraphicFramePr>
          <p:nvPr/>
        </p:nvGraphicFramePr>
        <p:xfrm>
          <a:off x="10199594" y="1817688"/>
          <a:ext cx="6511183" cy="4114800"/>
        </p:xfrm>
        <a:graphic>
          <a:graphicData uri="http://schemas.openxmlformats.org/drawingml/2006/table">
            <a:tbl>
              <a:tblPr/>
              <a:tblGrid>
                <a:gridCol w="866395"/>
                <a:gridCol w="5025021"/>
              </a:tblGrid>
              <a:tr h="82296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799"/>
                        </a:lnSpc>
                        <a:defRPr/>
                      </a:pPr>
                      <a:r>
                        <a:rPr lang="en-US" sz="1999">
                          <a:solidFill>
                            <a:srgbClr val="000000"/>
                          </a:solidFill>
                          <a:latin typeface="Garet"/>
                          <a:ea typeface="Garet"/>
                          <a:cs typeface="Garet"/>
                          <a:sym typeface="Garet"/>
                        </a:rPr>
                        <a:t>1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799"/>
                        </a:lnSpc>
                        <a:defRPr/>
                      </a:pPr>
                      <a:r>
                        <a:rPr lang="en-US" sz="1999" b="true">
                          <a:solidFill>
                            <a:srgbClr val="000000"/>
                          </a:solidFill>
                          <a:latin typeface="Garet Bold"/>
                          <a:ea typeface="Garet Bold"/>
                          <a:cs typeface="Garet Bold"/>
                          <a:sym typeface="Garet Bold"/>
                        </a:rPr>
                        <a:t>PRESENTATION OF THE TEAM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2296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799"/>
                        </a:lnSpc>
                        <a:defRPr/>
                      </a:pPr>
                      <a:r>
                        <a:rPr lang="en-US" sz="1999">
                          <a:solidFill>
                            <a:srgbClr val="000000"/>
                          </a:solidFill>
                          <a:latin typeface="Garet"/>
                          <a:ea typeface="Garet"/>
                          <a:cs typeface="Garet"/>
                          <a:sym typeface="Garet"/>
                        </a:rPr>
                        <a:t>2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799"/>
                        </a:lnSpc>
                        <a:defRPr/>
                      </a:pPr>
                      <a:r>
                        <a:rPr lang="en-US" sz="1999" b="true">
                          <a:solidFill>
                            <a:srgbClr val="000000"/>
                          </a:solidFill>
                          <a:latin typeface="Garet Bold"/>
                          <a:ea typeface="Garet Bold"/>
                          <a:cs typeface="Garet Bold"/>
                          <a:sym typeface="Garet Bold"/>
                        </a:rPr>
                        <a:t>PROBLEM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2296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799"/>
                        </a:lnSpc>
                        <a:defRPr/>
                      </a:pPr>
                      <a:r>
                        <a:rPr lang="en-US" sz="1999">
                          <a:solidFill>
                            <a:srgbClr val="000000"/>
                          </a:solidFill>
                          <a:latin typeface="Garet"/>
                          <a:ea typeface="Garet"/>
                          <a:cs typeface="Garet"/>
                          <a:sym typeface="Garet"/>
                        </a:rPr>
                        <a:t>3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799"/>
                        </a:lnSpc>
                        <a:defRPr/>
                      </a:pPr>
                      <a:r>
                        <a:rPr lang="en-US" sz="1999" b="true">
                          <a:solidFill>
                            <a:srgbClr val="000000"/>
                          </a:solidFill>
                          <a:latin typeface="Garet Bold"/>
                          <a:ea typeface="Garet Bold"/>
                          <a:cs typeface="Garet Bold"/>
                          <a:sym typeface="Garet Bold"/>
                        </a:rPr>
                        <a:t>APPROACH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2296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799"/>
                        </a:lnSpc>
                        <a:defRPr/>
                      </a:pPr>
                      <a:r>
                        <a:rPr lang="en-US" sz="1999" b="true">
                          <a:solidFill>
                            <a:srgbClr val="000000"/>
                          </a:solidFill>
                          <a:latin typeface="Garet Bold"/>
                          <a:ea typeface="Garet Bold"/>
                          <a:cs typeface="Garet Bold"/>
                          <a:sym typeface="Garet Bold"/>
                        </a:rPr>
                        <a:t>4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799"/>
                        </a:lnSpc>
                        <a:defRPr/>
                      </a:pPr>
                      <a:r>
                        <a:rPr lang="en-US" sz="1999" b="true">
                          <a:solidFill>
                            <a:srgbClr val="000000"/>
                          </a:solidFill>
                          <a:latin typeface="Garet Bold"/>
                          <a:ea typeface="Garet Bold"/>
                          <a:cs typeface="Garet Bold"/>
                          <a:sym typeface="Garet Bold"/>
                        </a:rPr>
                        <a:t>SOLUTION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2296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799"/>
                        </a:lnSpc>
                        <a:defRPr/>
                      </a:pPr>
                      <a:r>
                        <a:rPr lang="en-US" sz="1999" b="true">
                          <a:solidFill>
                            <a:srgbClr val="000000"/>
                          </a:solidFill>
                          <a:latin typeface="Garet Bold"/>
                          <a:ea typeface="Garet Bold"/>
                          <a:cs typeface="Garet Bold"/>
                          <a:sym typeface="Garet Bold"/>
                        </a:rPr>
                        <a:t>5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799"/>
                        </a:lnSpc>
                        <a:defRPr/>
                      </a:pPr>
                      <a:r>
                        <a:rPr lang="en-US" sz="1999" b="true">
                          <a:solidFill>
                            <a:srgbClr val="000000"/>
                          </a:solidFill>
                          <a:latin typeface="Garet Bold"/>
                          <a:ea typeface="Garet Bold"/>
                          <a:cs typeface="Garet Bold"/>
                          <a:sym typeface="Garet Bold"/>
                        </a:rPr>
                        <a:t> FUTURE UPGRADES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name="Freeform 4" id="4"/>
          <p:cNvSpPr/>
          <p:nvPr/>
        </p:nvSpPr>
        <p:spPr>
          <a:xfrm flipH="false" flipV="false" rot="0">
            <a:off x="-706637" y="1559650"/>
            <a:ext cx="9125543" cy="7167700"/>
          </a:xfrm>
          <a:custGeom>
            <a:avLst/>
            <a:gdLst/>
            <a:ahLst/>
            <a:cxnLst/>
            <a:rect r="r" b="b" t="t" l="l"/>
            <a:pathLst>
              <a:path h="7167700" w="9125543">
                <a:moveTo>
                  <a:pt x="0" y="0"/>
                </a:moveTo>
                <a:lnTo>
                  <a:pt x="9125544" y="0"/>
                </a:lnTo>
                <a:lnTo>
                  <a:pt x="9125544" y="7167700"/>
                </a:lnTo>
                <a:lnTo>
                  <a:pt x="0" y="71677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4799313" y="0"/>
            <a:ext cx="3488687" cy="1198840"/>
          </a:xfrm>
          <a:custGeom>
            <a:avLst/>
            <a:gdLst/>
            <a:ahLst/>
            <a:cxnLst/>
            <a:rect r="r" b="b" t="t" l="l"/>
            <a:pathLst>
              <a:path h="1198840" w="3488687">
                <a:moveTo>
                  <a:pt x="0" y="0"/>
                </a:moveTo>
                <a:lnTo>
                  <a:pt x="3488687" y="0"/>
                </a:lnTo>
                <a:lnTo>
                  <a:pt x="3488687" y="1198840"/>
                </a:lnTo>
                <a:lnTo>
                  <a:pt x="0" y="119884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604641" y="2439692"/>
            <a:ext cx="6531462" cy="7857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5808"/>
              </a:lnSpc>
              <a:spcBef>
                <a:spcPct val="0"/>
              </a:spcBef>
            </a:pPr>
            <a:r>
              <a:rPr lang="en-US" sz="5808" spc="-458">
                <a:solidFill>
                  <a:srgbClr val="FFFFFF"/>
                </a:solidFill>
                <a:latin typeface="Archivo Black"/>
                <a:ea typeface="Archivo Black"/>
                <a:cs typeface="Archivo Black"/>
                <a:sym typeface="Archivo Black"/>
              </a:rPr>
              <a:t>INDEX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364" r="0" b="-3364"/>
            </a:stretch>
          </a:blipFill>
        </p:spPr>
      </p:sp>
      <p:sp>
        <p:nvSpPr>
          <p:cNvPr name="AutoShape 3" id="3"/>
          <p:cNvSpPr/>
          <p:nvPr/>
        </p:nvSpPr>
        <p:spPr>
          <a:xfrm rot="0">
            <a:off x="-585133" y="8805859"/>
            <a:ext cx="18873133" cy="0"/>
          </a:xfrm>
          <a:prstGeom prst="line">
            <a:avLst/>
          </a:prstGeom>
          <a:ln cap="rnd" w="952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" id="4"/>
          <p:cNvSpPr/>
          <p:nvPr/>
        </p:nvSpPr>
        <p:spPr>
          <a:xfrm rot="0">
            <a:off x="-585133" y="9334500"/>
            <a:ext cx="18873133" cy="0"/>
          </a:xfrm>
          <a:prstGeom prst="line">
            <a:avLst/>
          </a:prstGeom>
          <a:ln cap="rnd" w="952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5" id="5"/>
          <p:cNvSpPr/>
          <p:nvPr/>
        </p:nvSpPr>
        <p:spPr>
          <a:xfrm flipH="false" flipV="false" rot="0">
            <a:off x="2095936" y="5404604"/>
            <a:ext cx="1672526" cy="702461"/>
          </a:xfrm>
          <a:custGeom>
            <a:avLst/>
            <a:gdLst/>
            <a:ahLst/>
            <a:cxnLst/>
            <a:rect r="r" b="b" t="t" l="l"/>
            <a:pathLst>
              <a:path h="702461" w="1672526">
                <a:moveTo>
                  <a:pt x="0" y="0"/>
                </a:moveTo>
                <a:lnTo>
                  <a:pt x="1672526" y="0"/>
                </a:lnTo>
                <a:lnTo>
                  <a:pt x="1672526" y="702461"/>
                </a:lnTo>
                <a:lnTo>
                  <a:pt x="0" y="70246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8307737" y="5404604"/>
            <a:ext cx="1672526" cy="702461"/>
          </a:xfrm>
          <a:custGeom>
            <a:avLst/>
            <a:gdLst/>
            <a:ahLst/>
            <a:cxnLst/>
            <a:rect r="r" b="b" t="t" l="l"/>
            <a:pathLst>
              <a:path h="702461" w="1672526">
                <a:moveTo>
                  <a:pt x="0" y="0"/>
                </a:moveTo>
                <a:lnTo>
                  <a:pt x="1672526" y="0"/>
                </a:lnTo>
                <a:lnTo>
                  <a:pt x="1672526" y="702461"/>
                </a:lnTo>
                <a:lnTo>
                  <a:pt x="0" y="70246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4519538" y="5404604"/>
            <a:ext cx="1672526" cy="702461"/>
          </a:xfrm>
          <a:custGeom>
            <a:avLst/>
            <a:gdLst/>
            <a:ahLst/>
            <a:cxnLst/>
            <a:rect r="r" b="b" t="t" l="l"/>
            <a:pathLst>
              <a:path h="702461" w="1672526">
                <a:moveTo>
                  <a:pt x="0" y="0"/>
                </a:moveTo>
                <a:lnTo>
                  <a:pt x="1672526" y="0"/>
                </a:lnTo>
                <a:lnTo>
                  <a:pt x="1672526" y="702461"/>
                </a:lnTo>
                <a:lnTo>
                  <a:pt x="0" y="70246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-10800000">
            <a:off x="11159450" y="-140976"/>
            <a:ext cx="2611028" cy="4114800"/>
          </a:xfrm>
          <a:custGeom>
            <a:avLst/>
            <a:gdLst/>
            <a:ahLst/>
            <a:cxnLst/>
            <a:rect r="r" b="b" t="t" l="l"/>
            <a:pathLst>
              <a:path h="4114800" w="2611028">
                <a:moveTo>
                  <a:pt x="0" y="0"/>
                </a:moveTo>
                <a:lnTo>
                  <a:pt x="2611028" y="0"/>
                </a:lnTo>
                <a:lnTo>
                  <a:pt x="261102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1028700" y="1557564"/>
            <a:ext cx="7279037" cy="15191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808"/>
              </a:lnSpc>
              <a:spcBef>
                <a:spcPct val="0"/>
              </a:spcBef>
            </a:pPr>
            <a:r>
              <a:rPr lang="en-US" sz="5808" spc="-458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PROBLEM AND REQUIREMNETS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28700" y="3190994"/>
            <a:ext cx="8823356" cy="365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39"/>
              </a:lnSpc>
              <a:spcBef>
                <a:spcPct val="0"/>
              </a:spcBef>
            </a:pPr>
            <a:r>
              <a:rPr lang="en-US" sz="20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Clarify the project's main overall objectives and goals.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028700" y="6475512"/>
            <a:ext cx="3806998" cy="485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840"/>
              </a:lnSpc>
              <a:spcBef>
                <a:spcPct val="0"/>
              </a:spcBef>
            </a:pPr>
            <a:r>
              <a:rPr lang="en-US" b="true" sz="3200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REQUIREMENT# 1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7240501" y="6475512"/>
            <a:ext cx="3806998" cy="485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840"/>
              </a:lnSpc>
              <a:spcBef>
                <a:spcPct val="0"/>
              </a:spcBef>
            </a:pPr>
            <a:r>
              <a:rPr lang="en-US" b="true" sz="3200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REQUIREMENT# 2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424020" y="7078855"/>
            <a:ext cx="5016359" cy="737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939"/>
              </a:lnSpc>
              <a:spcBef>
                <a:spcPct val="0"/>
              </a:spcBef>
            </a:pPr>
            <a:r>
              <a:rPr lang="en-US" sz="20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CLEAN ESTRUCTURE AND USER FRIENDLY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6635821" y="7078855"/>
            <a:ext cx="5016359" cy="365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939"/>
              </a:lnSpc>
              <a:spcBef>
                <a:spcPct val="0"/>
              </a:spcBef>
            </a:pPr>
            <a:r>
              <a:rPr lang="en-US" sz="20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SACALABILITY AND PERFORMANCE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3257286" y="6475512"/>
            <a:ext cx="4002014" cy="485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840"/>
              </a:lnSpc>
              <a:spcBef>
                <a:spcPct val="0"/>
              </a:spcBef>
            </a:pPr>
            <a:r>
              <a:rPr lang="en-US" b="true" sz="3200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REQUIREMENT# 3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2847622" y="7078855"/>
            <a:ext cx="5016359" cy="365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939"/>
              </a:lnSpc>
              <a:spcBef>
                <a:spcPct val="0"/>
              </a:spcBef>
            </a:pPr>
            <a:r>
              <a:rPr lang="en-US" sz="20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FEASIBLITY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364" r="0" b="-3364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3456423" y="1883102"/>
            <a:ext cx="3802877" cy="1486579"/>
          </a:xfrm>
          <a:custGeom>
            <a:avLst/>
            <a:gdLst/>
            <a:ahLst/>
            <a:cxnLst/>
            <a:rect r="r" b="b" t="t" l="l"/>
            <a:pathLst>
              <a:path h="1486579" w="3802877">
                <a:moveTo>
                  <a:pt x="0" y="0"/>
                </a:moveTo>
                <a:lnTo>
                  <a:pt x="3802877" y="0"/>
                </a:lnTo>
                <a:lnTo>
                  <a:pt x="3802877" y="1486579"/>
                </a:lnTo>
                <a:lnTo>
                  <a:pt x="0" y="148657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440138" y="5911142"/>
            <a:ext cx="7811722" cy="3573863"/>
          </a:xfrm>
          <a:custGeom>
            <a:avLst/>
            <a:gdLst/>
            <a:ahLst/>
            <a:cxnLst/>
            <a:rect r="r" b="b" t="t" l="l"/>
            <a:pathLst>
              <a:path h="3573863" w="7811722">
                <a:moveTo>
                  <a:pt x="0" y="0"/>
                </a:moveTo>
                <a:lnTo>
                  <a:pt x="7811722" y="0"/>
                </a:lnTo>
                <a:lnTo>
                  <a:pt x="7811722" y="3573863"/>
                </a:lnTo>
                <a:lnTo>
                  <a:pt x="0" y="357386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2100897" y="517985"/>
            <a:ext cx="5410201" cy="4936809"/>
          </a:xfrm>
          <a:custGeom>
            <a:avLst/>
            <a:gdLst/>
            <a:ahLst/>
            <a:cxnLst/>
            <a:rect r="r" b="b" t="t" l="l"/>
            <a:pathLst>
              <a:path h="4936809" w="5410201">
                <a:moveTo>
                  <a:pt x="0" y="0"/>
                </a:moveTo>
                <a:lnTo>
                  <a:pt x="5410201" y="0"/>
                </a:lnTo>
                <a:lnTo>
                  <a:pt x="5410201" y="4936808"/>
                </a:lnTo>
                <a:lnTo>
                  <a:pt x="0" y="493680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0055907" y="4218713"/>
            <a:ext cx="7203393" cy="7892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5808"/>
              </a:lnSpc>
              <a:spcBef>
                <a:spcPct val="0"/>
              </a:spcBef>
            </a:pPr>
            <a:r>
              <a:rPr lang="en-US" sz="5808" spc="-458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APPROACH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251860" y="5712804"/>
            <a:ext cx="8007440" cy="737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939"/>
              </a:lnSpc>
              <a:spcBef>
                <a:spcPct val="0"/>
              </a:spcBef>
            </a:pPr>
            <a:r>
              <a:rPr lang="en-US" sz="20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CREATION OF A DATA ESTRUCTURE, INTEGRATION OF AI TOOLS, DELIVERY OF A WEBSITE 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364" r="0" b="-3364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67082" y="1009650"/>
            <a:ext cx="8115300" cy="1162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000"/>
              </a:lnSpc>
            </a:pPr>
            <a:r>
              <a:rPr lang="en-US" sz="7500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SOLUTION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1028700" y="3796030"/>
            <a:ext cx="7664150" cy="815442"/>
            <a:chOff x="0" y="0"/>
            <a:chExt cx="10218867" cy="1087256"/>
          </a:xfrm>
        </p:grpSpPr>
        <p:sp>
          <p:nvSpPr>
            <p:cNvPr name="TextBox 5" id="5"/>
            <p:cNvSpPr txBox="true"/>
            <p:nvPr/>
          </p:nvSpPr>
          <p:spPr>
            <a:xfrm rot="0">
              <a:off x="0" y="-28575"/>
              <a:ext cx="10218867" cy="53234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249"/>
                </a:lnSpc>
                <a:spcBef>
                  <a:spcPct val="0"/>
                </a:spcBef>
              </a:pPr>
              <a:r>
                <a:rPr lang="en-US" b="true" sz="2499">
                  <a:solidFill>
                    <a:srgbClr val="000000"/>
                  </a:solidFill>
                  <a:latin typeface="Garet Bold"/>
                  <a:ea typeface="Garet Bold"/>
                  <a:cs typeface="Garet Bold"/>
                  <a:sym typeface="Garet Bold"/>
                </a:rPr>
                <a:t>DATA CATEGORAZATION AND FILTERING</a:t>
              </a:r>
            </a:p>
          </p:txBody>
        </p:sp>
        <p:sp>
          <p:nvSpPr>
            <p:cNvPr name="TextBox 6" id="6"/>
            <p:cNvSpPr txBox="true"/>
            <p:nvPr/>
          </p:nvSpPr>
          <p:spPr>
            <a:xfrm rot="0">
              <a:off x="0" y="622859"/>
              <a:ext cx="10218867" cy="46439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8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067082" y="5468744"/>
            <a:ext cx="7664150" cy="1225017"/>
            <a:chOff x="0" y="0"/>
            <a:chExt cx="10218867" cy="1633356"/>
          </a:xfrm>
        </p:grpSpPr>
        <p:sp>
          <p:nvSpPr>
            <p:cNvPr name="TextBox 8" id="8"/>
            <p:cNvSpPr txBox="true"/>
            <p:nvPr/>
          </p:nvSpPr>
          <p:spPr>
            <a:xfrm rot="0">
              <a:off x="0" y="-28575"/>
              <a:ext cx="10218867" cy="107844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249"/>
                </a:lnSpc>
                <a:spcBef>
                  <a:spcPct val="0"/>
                </a:spcBef>
              </a:pPr>
              <a:r>
                <a:rPr lang="en-US" b="true" sz="2499">
                  <a:solidFill>
                    <a:srgbClr val="000000"/>
                  </a:solidFill>
                  <a:latin typeface="Garet Bold"/>
                  <a:ea typeface="Garet Bold"/>
                  <a:cs typeface="Garet Bold"/>
                  <a:sym typeface="Garet Bold"/>
                </a:rPr>
                <a:t>INFORMATION STORAGE USING AI TOOLS AND ACCESS TO IT FOR FUTURE PURPOSES</a:t>
              </a:r>
            </a:p>
          </p:txBody>
        </p:sp>
        <p:sp>
          <p:nvSpPr>
            <p:cNvPr name="TextBox 9" id="9"/>
            <p:cNvSpPr txBox="true"/>
            <p:nvPr/>
          </p:nvSpPr>
          <p:spPr>
            <a:xfrm rot="0">
              <a:off x="0" y="1168959"/>
              <a:ext cx="10218867" cy="46439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8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028700" y="7141436"/>
            <a:ext cx="7664150" cy="1225017"/>
            <a:chOff x="0" y="0"/>
            <a:chExt cx="10218867" cy="1633356"/>
          </a:xfrm>
        </p:grpSpPr>
        <p:sp>
          <p:nvSpPr>
            <p:cNvPr name="TextBox 11" id="11"/>
            <p:cNvSpPr txBox="true"/>
            <p:nvPr/>
          </p:nvSpPr>
          <p:spPr>
            <a:xfrm rot="0">
              <a:off x="0" y="-28575"/>
              <a:ext cx="10218867" cy="107844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249"/>
                </a:lnSpc>
                <a:spcBef>
                  <a:spcPct val="0"/>
                </a:spcBef>
              </a:pPr>
              <a:r>
                <a:rPr lang="en-US" b="true" sz="2499">
                  <a:solidFill>
                    <a:srgbClr val="000000"/>
                  </a:solidFill>
                  <a:latin typeface="Garet Bold"/>
                  <a:ea typeface="Garet Bold"/>
                  <a:cs typeface="Garet Bold"/>
                  <a:sym typeface="Garet Bold"/>
                </a:rPr>
                <a:t>GRAPHS, CHARTS, AND TRENDS BASED ON THE INFORMATION SAVED</a:t>
              </a:r>
            </a:p>
          </p:txBody>
        </p:sp>
        <p:sp>
          <p:nvSpPr>
            <p:cNvPr name="TextBox 12" id="12"/>
            <p:cNvSpPr txBox="true"/>
            <p:nvPr/>
          </p:nvSpPr>
          <p:spPr>
            <a:xfrm rot="0">
              <a:off x="0" y="1168959"/>
              <a:ext cx="10218867" cy="46439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8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3" id="13"/>
          <p:cNvSpPr/>
          <p:nvPr/>
        </p:nvSpPr>
        <p:spPr>
          <a:xfrm flipH="false" flipV="false" rot="-10800000">
            <a:off x="11159450" y="-140976"/>
            <a:ext cx="3866335" cy="6093079"/>
          </a:xfrm>
          <a:custGeom>
            <a:avLst/>
            <a:gdLst/>
            <a:ahLst/>
            <a:cxnLst/>
            <a:rect r="r" b="b" t="t" l="l"/>
            <a:pathLst>
              <a:path h="6093079" w="3866335">
                <a:moveTo>
                  <a:pt x="0" y="0"/>
                </a:moveTo>
                <a:lnTo>
                  <a:pt x="3866336" y="0"/>
                </a:lnTo>
                <a:lnTo>
                  <a:pt x="3866336" y="6093079"/>
                </a:lnTo>
                <a:lnTo>
                  <a:pt x="0" y="609307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364" r="0" b="-3364"/>
            </a:stretch>
          </a:blipFill>
        </p:spPr>
      </p:sp>
      <p:sp>
        <p:nvSpPr>
          <p:cNvPr name="AutoShape 3" id="3"/>
          <p:cNvSpPr/>
          <p:nvPr/>
        </p:nvSpPr>
        <p:spPr>
          <a:xfrm rot="0">
            <a:off x="-585133" y="8805859"/>
            <a:ext cx="18873133" cy="0"/>
          </a:xfrm>
          <a:prstGeom prst="line">
            <a:avLst/>
          </a:prstGeom>
          <a:ln cap="rnd" w="952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" id="4"/>
          <p:cNvSpPr/>
          <p:nvPr/>
        </p:nvSpPr>
        <p:spPr>
          <a:xfrm rot="0">
            <a:off x="-585133" y="9334500"/>
            <a:ext cx="18873133" cy="0"/>
          </a:xfrm>
          <a:prstGeom prst="line">
            <a:avLst/>
          </a:prstGeom>
          <a:ln cap="rnd" w="952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5" id="5"/>
          <p:cNvSpPr/>
          <p:nvPr/>
        </p:nvSpPr>
        <p:spPr>
          <a:xfrm rot="0">
            <a:off x="1028700" y="4292535"/>
            <a:ext cx="13838306" cy="0"/>
          </a:xfrm>
          <a:prstGeom prst="line">
            <a:avLst/>
          </a:prstGeom>
          <a:ln cap="rnd" w="1905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6" id="6"/>
          <p:cNvSpPr/>
          <p:nvPr/>
        </p:nvSpPr>
        <p:spPr>
          <a:xfrm flipH="false" flipV="false" rot="5400000">
            <a:off x="15074698" y="3103895"/>
            <a:ext cx="1629446" cy="2396244"/>
          </a:xfrm>
          <a:custGeom>
            <a:avLst/>
            <a:gdLst/>
            <a:ahLst/>
            <a:cxnLst/>
            <a:rect r="r" b="b" t="t" l="l"/>
            <a:pathLst>
              <a:path h="2396244" w="1629446">
                <a:moveTo>
                  <a:pt x="0" y="0"/>
                </a:moveTo>
                <a:lnTo>
                  <a:pt x="1629446" y="0"/>
                </a:lnTo>
                <a:lnTo>
                  <a:pt x="1629446" y="2396244"/>
                </a:lnTo>
                <a:lnTo>
                  <a:pt x="0" y="239624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028700" y="1162887"/>
            <a:ext cx="5683548" cy="15191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808"/>
              </a:lnSpc>
              <a:spcBef>
                <a:spcPct val="0"/>
              </a:spcBef>
            </a:pPr>
            <a:r>
              <a:rPr lang="en-US" sz="5808" spc="-458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FUTURE UPGRADES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1067082" y="5640615"/>
            <a:ext cx="2277734" cy="1177392"/>
            <a:chOff x="0" y="0"/>
            <a:chExt cx="3036979" cy="1569856"/>
          </a:xfrm>
        </p:grpSpPr>
        <p:sp>
          <p:nvSpPr>
            <p:cNvPr name="TextBox 9" id="9"/>
            <p:cNvSpPr txBox="true"/>
            <p:nvPr/>
          </p:nvSpPr>
          <p:spPr>
            <a:xfrm rot="0">
              <a:off x="0" y="-28575"/>
              <a:ext cx="3036979" cy="53234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249"/>
                </a:lnSpc>
                <a:spcBef>
                  <a:spcPct val="0"/>
                </a:spcBef>
              </a:pPr>
              <a:r>
                <a:rPr lang="en-US" b="true" sz="2499">
                  <a:solidFill>
                    <a:srgbClr val="000000"/>
                  </a:solidFill>
                  <a:latin typeface="Garet Bold"/>
                  <a:ea typeface="Garet Bold"/>
                  <a:cs typeface="Garet Bold"/>
                  <a:sym typeface="Garet Bold"/>
                </a:rPr>
                <a:t>1st Step</a:t>
              </a:r>
            </a:p>
          </p:txBody>
        </p:sp>
        <p:sp>
          <p:nvSpPr>
            <p:cNvPr name="TextBox 10" id="10"/>
            <p:cNvSpPr txBox="true"/>
            <p:nvPr/>
          </p:nvSpPr>
          <p:spPr>
            <a:xfrm rot="0">
              <a:off x="0" y="622859"/>
              <a:ext cx="3036979" cy="94699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859"/>
                </a:lnSpc>
                <a:spcBef>
                  <a:spcPct val="0"/>
                </a:spcBef>
              </a:pPr>
              <a:r>
                <a:rPr lang="en-US" sz="2199">
                  <a:solidFill>
                    <a:srgbClr val="000000"/>
                  </a:solidFill>
                  <a:latin typeface="Garet"/>
                  <a:ea typeface="Garet"/>
                  <a:cs typeface="Garet"/>
                  <a:sym typeface="Garet"/>
                </a:rPr>
                <a:t>IMPROVE THE PERFOMANCE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5005388" y="5640615"/>
            <a:ext cx="2277734" cy="1177392"/>
            <a:chOff x="0" y="0"/>
            <a:chExt cx="3036979" cy="1569856"/>
          </a:xfrm>
        </p:grpSpPr>
        <p:sp>
          <p:nvSpPr>
            <p:cNvPr name="TextBox 12" id="12"/>
            <p:cNvSpPr txBox="true"/>
            <p:nvPr/>
          </p:nvSpPr>
          <p:spPr>
            <a:xfrm rot="0">
              <a:off x="0" y="-28575"/>
              <a:ext cx="3036979" cy="53234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249"/>
                </a:lnSpc>
                <a:spcBef>
                  <a:spcPct val="0"/>
                </a:spcBef>
              </a:pPr>
              <a:r>
                <a:rPr lang="en-US" b="true" sz="2499">
                  <a:solidFill>
                    <a:srgbClr val="000000"/>
                  </a:solidFill>
                  <a:latin typeface="Garet Bold"/>
                  <a:ea typeface="Garet Bold"/>
                  <a:cs typeface="Garet Bold"/>
                  <a:sym typeface="Garet Bold"/>
                </a:rPr>
                <a:t>2nd Step</a:t>
              </a:r>
            </a:p>
          </p:txBody>
        </p:sp>
        <p:sp>
          <p:nvSpPr>
            <p:cNvPr name="TextBox 13" id="13"/>
            <p:cNvSpPr txBox="true"/>
            <p:nvPr/>
          </p:nvSpPr>
          <p:spPr>
            <a:xfrm rot="0">
              <a:off x="0" y="622859"/>
              <a:ext cx="3036979" cy="94699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859"/>
                </a:lnSpc>
                <a:spcBef>
                  <a:spcPct val="0"/>
                </a:spcBef>
              </a:pPr>
              <a:r>
                <a:rPr lang="en-US" sz="2199">
                  <a:solidFill>
                    <a:srgbClr val="000000"/>
                  </a:solidFill>
                  <a:latin typeface="Garet"/>
                  <a:ea typeface="Garet"/>
                  <a:cs typeface="Garet"/>
                  <a:sym typeface="Garet"/>
                </a:rPr>
                <a:t>SCALE TO BIGGER FILES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8982075" y="5640615"/>
            <a:ext cx="2277734" cy="1177392"/>
            <a:chOff x="0" y="0"/>
            <a:chExt cx="3036979" cy="1569856"/>
          </a:xfrm>
        </p:grpSpPr>
        <p:sp>
          <p:nvSpPr>
            <p:cNvPr name="TextBox 15" id="15"/>
            <p:cNvSpPr txBox="true"/>
            <p:nvPr/>
          </p:nvSpPr>
          <p:spPr>
            <a:xfrm rot="0">
              <a:off x="0" y="-28575"/>
              <a:ext cx="3036979" cy="53234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249"/>
                </a:lnSpc>
                <a:spcBef>
                  <a:spcPct val="0"/>
                </a:spcBef>
              </a:pPr>
              <a:r>
                <a:rPr lang="en-US" b="true" sz="2499">
                  <a:solidFill>
                    <a:srgbClr val="000000"/>
                  </a:solidFill>
                  <a:latin typeface="Garet Bold"/>
                  <a:ea typeface="Garet Bold"/>
                  <a:cs typeface="Garet Bold"/>
                  <a:sym typeface="Garet Bold"/>
                </a:rPr>
                <a:t>3rd Step</a:t>
              </a:r>
            </a:p>
          </p:txBody>
        </p:sp>
        <p:sp>
          <p:nvSpPr>
            <p:cNvPr name="TextBox 16" id="16"/>
            <p:cNvSpPr txBox="true"/>
            <p:nvPr/>
          </p:nvSpPr>
          <p:spPr>
            <a:xfrm rot="0">
              <a:off x="0" y="622859"/>
              <a:ext cx="3036979" cy="94699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859"/>
                </a:lnSpc>
                <a:spcBef>
                  <a:spcPct val="0"/>
                </a:spcBef>
              </a:pPr>
              <a:r>
                <a:rPr lang="en-US" sz="2199">
                  <a:solidFill>
                    <a:srgbClr val="000000"/>
                  </a:solidFill>
                  <a:latin typeface="Garet"/>
                  <a:ea typeface="Garet"/>
                  <a:cs typeface="Garet"/>
                  <a:sym typeface="Garet"/>
                </a:rPr>
                <a:t>ACCEPT MORE FILE FORMATS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2963582" y="5640615"/>
            <a:ext cx="4123962" cy="815442"/>
            <a:chOff x="0" y="0"/>
            <a:chExt cx="5498615" cy="1087256"/>
          </a:xfrm>
        </p:grpSpPr>
        <p:sp>
          <p:nvSpPr>
            <p:cNvPr name="TextBox 18" id="18"/>
            <p:cNvSpPr txBox="true"/>
            <p:nvPr/>
          </p:nvSpPr>
          <p:spPr>
            <a:xfrm rot="0">
              <a:off x="0" y="-28575"/>
              <a:ext cx="5498615" cy="53234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249"/>
                </a:lnSpc>
                <a:spcBef>
                  <a:spcPct val="0"/>
                </a:spcBef>
              </a:pPr>
              <a:r>
                <a:rPr lang="en-US" b="true" sz="2499">
                  <a:solidFill>
                    <a:srgbClr val="000000"/>
                  </a:solidFill>
                  <a:latin typeface="Garet Bold"/>
                  <a:ea typeface="Garet Bold"/>
                  <a:cs typeface="Garet Bold"/>
                  <a:sym typeface="Garet Bold"/>
                </a:rPr>
                <a:t>4th Step</a:t>
              </a:r>
            </a:p>
          </p:txBody>
        </p:sp>
        <p:sp>
          <p:nvSpPr>
            <p:cNvPr name="TextBox 19" id="19"/>
            <p:cNvSpPr txBox="true"/>
            <p:nvPr/>
          </p:nvSpPr>
          <p:spPr>
            <a:xfrm rot="0">
              <a:off x="0" y="622859"/>
              <a:ext cx="5498615" cy="46439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859"/>
                </a:lnSpc>
                <a:spcBef>
                  <a:spcPct val="0"/>
                </a:spcBef>
              </a:pPr>
              <a:r>
                <a:rPr lang="en-US" sz="2199">
                  <a:solidFill>
                    <a:srgbClr val="000000"/>
                  </a:solidFill>
                  <a:latin typeface="Garet"/>
                  <a:ea typeface="Garet"/>
                  <a:cs typeface="Garet"/>
                  <a:sym typeface="Garet"/>
                </a:rPr>
                <a:t>DELIVERY ON EVERY REGION</a:t>
              </a:r>
            </a:p>
          </p:txBody>
        </p:sp>
      </p:grpSp>
      <p:sp>
        <p:nvSpPr>
          <p:cNvPr name="Freeform 20" id="20"/>
          <p:cNvSpPr/>
          <p:nvPr/>
        </p:nvSpPr>
        <p:spPr>
          <a:xfrm flipH="false" flipV="false" rot="0">
            <a:off x="1028700" y="4102116"/>
            <a:ext cx="380752" cy="380752"/>
          </a:xfrm>
          <a:custGeom>
            <a:avLst/>
            <a:gdLst/>
            <a:ahLst/>
            <a:cxnLst/>
            <a:rect r="r" b="b" t="t" l="l"/>
            <a:pathLst>
              <a:path h="380752" w="380752">
                <a:moveTo>
                  <a:pt x="0" y="0"/>
                </a:moveTo>
                <a:lnTo>
                  <a:pt x="380752" y="0"/>
                </a:lnTo>
                <a:lnTo>
                  <a:pt x="380752" y="380752"/>
                </a:lnTo>
                <a:lnTo>
                  <a:pt x="0" y="38075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1" id="21"/>
          <p:cNvSpPr/>
          <p:nvPr/>
        </p:nvSpPr>
        <p:spPr>
          <a:xfrm flipH="false" flipV="false" rot="0">
            <a:off x="5005388" y="4102116"/>
            <a:ext cx="380752" cy="380752"/>
          </a:xfrm>
          <a:custGeom>
            <a:avLst/>
            <a:gdLst/>
            <a:ahLst/>
            <a:cxnLst/>
            <a:rect r="r" b="b" t="t" l="l"/>
            <a:pathLst>
              <a:path h="380752" w="380752">
                <a:moveTo>
                  <a:pt x="0" y="0"/>
                </a:moveTo>
                <a:lnTo>
                  <a:pt x="380752" y="0"/>
                </a:lnTo>
                <a:lnTo>
                  <a:pt x="380752" y="380752"/>
                </a:lnTo>
                <a:lnTo>
                  <a:pt x="0" y="38075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2" id="22"/>
          <p:cNvSpPr/>
          <p:nvPr/>
        </p:nvSpPr>
        <p:spPr>
          <a:xfrm flipH="false" flipV="false" rot="0">
            <a:off x="8982075" y="4102116"/>
            <a:ext cx="380752" cy="380752"/>
          </a:xfrm>
          <a:custGeom>
            <a:avLst/>
            <a:gdLst/>
            <a:ahLst/>
            <a:cxnLst/>
            <a:rect r="r" b="b" t="t" l="l"/>
            <a:pathLst>
              <a:path h="380752" w="380752">
                <a:moveTo>
                  <a:pt x="0" y="0"/>
                </a:moveTo>
                <a:lnTo>
                  <a:pt x="380752" y="0"/>
                </a:lnTo>
                <a:lnTo>
                  <a:pt x="380752" y="380752"/>
                </a:lnTo>
                <a:lnTo>
                  <a:pt x="0" y="38075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3" id="23"/>
          <p:cNvSpPr/>
          <p:nvPr/>
        </p:nvSpPr>
        <p:spPr>
          <a:xfrm flipH="false" flipV="false" rot="0">
            <a:off x="12958763" y="4102116"/>
            <a:ext cx="380752" cy="380752"/>
          </a:xfrm>
          <a:custGeom>
            <a:avLst/>
            <a:gdLst/>
            <a:ahLst/>
            <a:cxnLst/>
            <a:rect r="r" b="b" t="t" l="l"/>
            <a:pathLst>
              <a:path h="380752" w="380752">
                <a:moveTo>
                  <a:pt x="0" y="0"/>
                </a:moveTo>
                <a:lnTo>
                  <a:pt x="380752" y="0"/>
                </a:lnTo>
                <a:lnTo>
                  <a:pt x="380752" y="380752"/>
                </a:lnTo>
                <a:lnTo>
                  <a:pt x="0" y="38075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364" r="0" b="-3364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4977789" y="1714880"/>
            <a:ext cx="13892183" cy="12615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737"/>
              </a:lnSpc>
            </a:pPr>
            <a:r>
              <a:rPr lang="en-US" sz="11201" spc="-884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Thank you!</a:t>
            </a:r>
          </a:p>
        </p:txBody>
      </p:sp>
      <p:sp>
        <p:nvSpPr>
          <p:cNvPr name="AutoShape 4" id="4"/>
          <p:cNvSpPr/>
          <p:nvPr/>
        </p:nvSpPr>
        <p:spPr>
          <a:xfrm rot="0">
            <a:off x="-585133" y="9334500"/>
            <a:ext cx="18873133" cy="0"/>
          </a:xfrm>
          <a:prstGeom prst="line">
            <a:avLst/>
          </a:prstGeom>
          <a:ln cap="rnd" w="952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5" id="5"/>
          <p:cNvSpPr txBox="true"/>
          <p:nvPr/>
        </p:nvSpPr>
        <p:spPr>
          <a:xfrm rot="0">
            <a:off x="5465331" y="3957572"/>
            <a:ext cx="13892183" cy="8722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929"/>
              </a:lnSpc>
            </a:pPr>
            <a:r>
              <a:rPr lang="en-US" sz="7602" spc="-600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Any 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DAG4qh9zuCw</dc:identifier>
  <dcterms:modified xsi:type="dcterms:W3CDTF">2011-08-01T06:04:30Z</dcterms:modified>
  <cp:revision>1</cp:revision>
  <dc:title>42 Prague 14/11/2025</dc:title>
</cp:coreProperties>
</file>