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366531c1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366531c1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366531c1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366531c1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366531c1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366531c1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366531c1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366531c1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366531c1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366531c1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78800" y="240075"/>
            <a:ext cx="3902400" cy="11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LazyEdu</a:t>
            </a:r>
            <a:endParaRPr b="1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5050" y="2527366"/>
            <a:ext cx="1368025" cy="1370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475" y="2571738"/>
            <a:ext cx="1284300" cy="128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4612" y="2571716"/>
            <a:ext cx="1284300" cy="1281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0450" y="2570550"/>
            <a:ext cx="1284299" cy="12842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891975" y="4019675"/>
            <a:ext cx="8553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Martin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785899" y="4019675"/>
            <a:ext cx="7701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Olda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768500" y="4019675"/>
            <a:ext cx="5682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Petr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603807" y="4019675"/>
            <a:ext cx="4905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Adi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445025"/>
            <a:ext cx="8596200" cy="1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/>
              <a:t>Bad VIBES</a:t>
            </a:r>
            <a:endParaRPr sz="3220"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025" y="1662113"/>
            <a:ext cx="1905000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96200" cy="1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/>
              <a:t>Good</a:t>
            </a:r>
            <a:r>
              <a:rPr lang="en" sz="3220"/>
              <a:t> VIBES</a:t>
            </a:r>
            <a:endParaRPr sz="3220"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450" y="1475225"/>
            <a:ext cx="3381773" cy="22545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96200" cy="1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/>
              <a:t>Are you ready?</a:t>
            </a:r>
            <a:endParaRPr sz="3220"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925" y="1430450"/>
            <a:ext cx="2307025" cy="2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96200" cy="1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/>
              <a:t>Vibe Checker for Teachers &amp; Students</a:t>
            </a:r>
            <a:endParaRPr sz="3220"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00" y="1397200"/>
            <a:ext cx="3513400" cy="314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025" y="1397189"/>
            <a:ext cx="3513400" cy="31442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96200" cy="1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/>
              <a:t>Thank you!!</a:t>
            </a:r>
            <a:endParaRPr sz="3220"/>
          </a:p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500" y="1343625"/>
            <a:ext cx="2277372" cy="318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