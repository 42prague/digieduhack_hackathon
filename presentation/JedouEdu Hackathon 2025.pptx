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oboto"/>
      <p:regular r:id="rId14"/>
      <p:bold r:id="rId15"/>
      <p:italic r:id="rId16"/>
      <p:boldItalic r:id="rId17"/>
    </p:embeddedFont>
    <p:embeddedFont>
      <p:font typeface="Merriweather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erriweather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Merriweather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erriweather-bold.fntdata"/><Relationship Id="rId6" Type="http://schemas.openxmlformats.org/officeDocument/2006/relationships/slide" Target="slides/slide1.xml"/><Relationship Id="rId18" Type="http://schemas.openxmlformats.org/officeDocument/2006/relationships/font" Target="fonts/Merriweather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a36687c1a7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a36687c1a7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a36687c1a7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a36687c1a7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36687c1a7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a36687c1a7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36687c1a7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a36687c1a7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36687c1a7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a36687c1a7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36687c1a7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a36687c1a7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36687c1a7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a36687c1a7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JedouEdu</a:t>
            </a:r>
            <a:endParaRPr/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Racing automation into education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title"/>
          </p:nvPr>
        </p:nvSpPr>
        <p:spPr>
          <a:xfrm>
            <a:off x="311725" y="500925"/>
            <a:ext cx="3706500" cy="41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EduScale Intelligence Layer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AI-Powered Data Pipeline for Educational Equity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DevOps + Senior Backend Engineer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800"/>
              <a:t>Built with: Kiro, Cursor, ChatGPT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800"/>
              <a:t>Challenges:</a:t>
            </a:r>
            <a:endParaRPr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ru" sz="1800"/>
              <a:t>Scale Eduzměna 60 → 800 schools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 sz="1800"/>
              <a:t>Less maintenance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Data Chaos at Scale</a:t>
            </a:r>
            <a:endParaRPr/>
          </a:p>
        </p:txBody>
      </p:sp>
      <p:sp>
        <p:nvSpPr>
          <p:cNvPr id="77" name="Google Shape;77;p15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❌ Different Excel structures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❌ Audio, PDFs, archives (ZIP/TAR)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❌ No standard schemas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   "Student Name" ≠ "Pupil" ≠ "Participant"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Manual processing doesn't scale.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13x more data = AI required.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311725" y="500925"/>
            <a:ext cx="3706500" cy="40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Roboto"/>
                <a:ea typeface="Roboto"/>
                <a:cs typeface="Roboto"/>
                <a:sym typeface="Roboto"/>
              </a:rPr>
              <a:t>Event-Driven Processing Pipeline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Roboto"/>
                <a:ea typeface="Roboto"/>
                <a:cs typeface="Roboto"/>
                <a:sym typeface="Roboto"/>
              </a:rPr>
              <a:t>1. Upload → ANY file type accepted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Roboto"/>
                <a:ea typeface="Roboto"/>
                <a:cs typeface="Roboto"/>
                <a:sym typeface="Roboto"/>
              </a:rPr>
              <a:t>   CSV | Excel | JSON | ZIP | Audio | PDF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Roboto"/>
                <a:ea typeface="Roboto"/>
                <a:cs typeface="Roboto"/>
                <a:sym typeface="Roboto"/>
              </a:rPr>
              <a:t>2. AI Classification → Semantic understanding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Roboto"/>
                <a:ea typeface="Roboto"/>
                <a:cs typeface="Roboto"/>
                <a:sym typeface="Roboto"/>
              </a:rPr>
              <a:t>   • Embeddings (multilingual)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Roboto"/>
                <a:ea typeface="Roboto"/>
                <a:cs typeface="Roboto"/>
                <a:sym typeface="Roboto"/>
              </a:rPr>
              <a:t>   • Llama 3.1 8B (open-source via Featherless.ai)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Roboto"/>
                <a:ea typeface="Roboto"/>
                <a:cs typeface="Roboto"/>
                <a:sym typeface="Roboto"/>
              </a:rPr>
              <a:t>3. Smart Mapping → Canonical schema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Roboto"/>
                <a:ea typeface="Roboto"/>
                <a:cs typeface="Roboto"/>
                <a:sym typeface="Roboto"/>
              </a:rPr>
              <a:t>   "Student" = "Pupil" = "Participant"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p16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4. BigQuery → Analytics-ready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5. Natural Language Queries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   "Show average test scores by region" → SQL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Key Tech: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✓ Open-source models (no vendor lock-in)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✓ Embeddings for semantic matching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✓ Archive processing (100 files at once)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✓ Managed services (Google handles scaling)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1920"/>
              <a:t>Transparent Pricing</a:t>
            </a:r>
            <a:endParaRPr sz="19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9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1920"/>
              <a:t>60 Schools (Current)</a:t>
            </a:r>
            <a:endParaRPr sz="19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1920"/>
              <a:t>📊 1,000 files/month | 100 GB data</a:t>
            </a:r>
            <a:endParaRPr sz="19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1920"/>
              <a:t>💰 $45/month = $0.75/school</a:t>
            </a:r>
            <a:endParaRPr sz="19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9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1920"/>
              <a:t>800 Schools (Target)</a:t>
            </a:r>
            <a:endParaRPr sz="19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1920"/>
              <a:t>📊 13,300 files/month | 1.3 TB data</a:t>
            </a:r>
            <a:endParaRPr sz="19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1920"/>
              <a:t>💰 $520/month = $0.65/school</a:t>
            </a:r>
            <a:endParaRPr sz="19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9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1920"/>
              <a:t>Cost per school DECREASES</a:t>
            </a:r>
            <a:r>
              <a:rPr lang="ru" sz="1920"/>
              <a:t> ↓</a:t>
            </a:r>
            <a:endParaRPr sz="1920"/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Breakdown: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• BigQuery: queries + storage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• Cloud Run: compute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• Featherless.ai: LLM API ($1-13)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• Cloud Storage: files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• Speech-to-Text: audio transcription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vs Traditional Enterprise: $50,000+/year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Our solution: &lt;$7,000/year at scale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Why cheap: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✓ Managed services = no DevOps team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✓ Google Support included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✓ Pay-per-use (no idle servers)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25" y="500925"/>
            <a:ext cx="3706500" cy="426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220"/>
              <a:t>Real-World Impact:</a:t>
            </a:r>
            <a:endParaRPr sz="22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220"/>
              <a:t>🎙️ Audio interview → auto-transcribed + entity extraction</a:t>
            </a:r>
            <a:endParaRPr sz="22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220"/>
              <a:t>❓ "Which interventions improved math?" → 5 sec results</a:t>
            </a:r>
            <a:endParaRPr sz="22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220"/>
              <a:t>📊 Non-standard Excel → auto-mapped + queryable</a:t>
            </a:r>
            <a:endParaRPr sz="22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220"/>
              <a:t>Data Democracy = Educational Equity</a:t>
            </a:r>
            <a:endParaRPr sz="22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220"/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Modular Architecture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Replaceable Components: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• BigQuery → PostgreSQL (on-premise)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• Cloud Run → Kubernetes (any cloud)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• Featherless → Ollama (air-gapped)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• Google Speech → Whisper AI (open-source)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25" y="500925"/>
            <a:ext cx="37065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Production-Ready Intelligence Layer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✓ Open-source models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✓ $0.65 per school/month at scale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✓ Managed infrastructure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✓ Deployable today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600"/>
              <a:t>60 → 800 schools</a:t>
            </a:r>
            <a:endParaRPr sz="2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600"/>
              <a:t>No data engineers required</a:t>
            </a:r>
            <a:endParaRPr sz="2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600"/>
              <a:t>Natural language insights</a:t>
            </a:r>
            <a:endParaRPr sz="2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2600"/>
              <a:t>National scale impact</a:t>
            </a:r>
            <a:endParaRPr sz="2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Thank you!</a:t>
            </a:r>
            <a:endParaRPr/>
          </a:p>
        </p:txBody>
      </p:sp>
      <p:sp>
        <p:nvSpPr>
          <p:cNvPr id="107" name="Google Shape;107;p20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Questions?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GitHub: https://github.com/JedouEdu/digiEduHack_hackathon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